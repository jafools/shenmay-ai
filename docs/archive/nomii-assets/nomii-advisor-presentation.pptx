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017520" cy="51435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502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Advisor Who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Forgets.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client engagement for financial advisory firms 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make every advisor sound like your best advisor.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pontensolutions.com/nomii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Advisors can't scale personal relationships.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54864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" y="22677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repeat themselves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2834640"/>
            <a:ext cx="2432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starts from scratch. Clients re-explain their goals, worries, and family situations — over and over again.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136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74136" y="1481328"/>
            <a:ext cx="54864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75564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2677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turnover breaks trust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38728" y="2834640"/>
            <a:ext cx="2432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advisor leaves, client context disappears with them. The relationship has to be rebuilt from zero.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36792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36792" y="1481328"/>
            <a:ext cx="54864" cy="2971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75564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22677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client experience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01384" y="2834640"/>
            <a:ext cx="2432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advisor delivers an exceptional experience. But not every client gets your best advisor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always-on client engagement layer for your firm.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48920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Nomii AI embeds a personalized AI assistant on your website that learns from every client interaction — building a growing profile of each client's goals, life events, concerns, and preferences. When a human advisor needs to step in, they see the full picture instantly.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15000" y="1389888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138988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8736" y="1481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88736" y="1737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conversation enriches a persistent memory profile.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596896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2596896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736" y="2688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88736" y="29443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questions, gathers context, and prepares clients for advisor meetings.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3803904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3803904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38953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88736" y="415137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to hand off — brings the human advisor in at exactly the right moment.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three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700784"/>
            <a:ext cx="475488" cy="47548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your website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8529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one line of code. The Nomii widget appears on your site within minutes — no developer required.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274320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74136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1700784"/>
            <a:ext cx="475488" cy="47548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93592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38728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Nomii learns your clients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38728" y="28529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builds a persistent memory. Goals, concerns, life events — all remembered and ready for your team.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74320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36792" y="1481328"/>
            <a:ext cx="2670048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56248" y="1700784"/>
            <a:ext cx="475488" cy="47548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56248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01384" y="23042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stays informed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01384" y="285292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see client history, unread messages, and alerts. Every meeting starts fully prepared.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your team needs. Nothing you don't.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81328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824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6459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Client Memory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" y="2048256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living profile from every conversation — goals, worries, life events, preferences.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4136" y="1481328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74136" y="148132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6824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16459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Takeover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38728" y="2048256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can jump into any conversation in real time. Clients never notice the handoff.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36792" y="1481328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36792" y="1481328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6824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67144" y="16459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Alerts &amp; Badges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501384" y="2048256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 a glance which clients need attention. Never miss a concern or urgent question.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11480" y="3154680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15468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35584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331927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Teams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76072" y="3721608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your full team. Each advisor has their own login and access to shared client context.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74136" y="3154680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74136" y="315468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3558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04488" y="331927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Visitor Capture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538728" y="3721608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website visitors before they identify themselves. Convert browsers to conversations.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336792" y="3154680"/>
            <a:ext cx="267004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36792" y="315468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3558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67144" y="331927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Compliance-Safe by Design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501384" y="3721608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information only — never financial advice. Escalation built in at every step.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clients see on your website.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402336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40233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0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 •  Online 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" y="2121408"/>
            <a:ext cx="32461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18541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I'm Aria. What's on your mind today?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06424" y="2633472"/>
            <a:ext cx="32461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269748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thinking about retiring in the next few years and not sure where to start.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" y="3255264"/>
            <a:ext cx="32461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3192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big and exciting step. To help connect you with the right advisor, can I ask — are you thinking closer to 3 years out or 10?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06424" y="3968496"/>
            <a:ext cx="32461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40325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5 years.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" y="4407408"/>
            <a:ext cx="32461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447141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I'll let our team know so they can prepare for your conversation. Would you like to schedule a call?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444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advisor sees: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01952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9019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130552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49240" y="2048256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 auto-updated with retirement timeline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46320" y="2816352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8163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04495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2962656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alert flags this conversation for follow-up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46320" y="3730752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846320" y="37307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95935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49240" y="3877056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advisor can pick up with full context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846320" y="4645152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846320" y="46451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873752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49240" y="4791456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takeover to join the live conversation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pricing. Start free for 14 days.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89888"/>
            <a:ext cx="2670048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847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" y="226771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76072" y="29626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independent advisors getting started.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3511296"/>
            <a:ext cx="234086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73075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36576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client profiles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8795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" y="41148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messages/mo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6451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0392" y="45720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 seats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374136" y="1389888"/>
            <a:ext cx="2670048" cy="34015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2286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74136" y="1389888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65576" y="155448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538728" y="1847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538728" y="226771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3538728" y="29626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advisory teams scaling client relationships.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538728" y="3511296"/>
            <a:ext cx="2340864" cy="16459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3730752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13048" y="36576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client profiles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418795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13048" y="41148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messages/mo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464515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13048" y="45720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agent seats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336792" y="1389888"/>
            <a:ext cx="2670048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6501384" y="18470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501384" y="226771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400" dirty="0"/>
          </a:p>
        </p:txBody>
      </p:sp>
      <p:sp>
        <p:nvSpPr>
          <p:cNvPr id="32" name="Text 24"/>
          <p:cNvSpPr/>
          <p:nvPr/>
        </p:nvSpPr>
        <p:spPr>
          <a:xfrm>
            <a:off x="6501384" y="29626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established firms with a large client base.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501384" y="3511296"/>
            <a:ext cx="234086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3730752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75704" y="36576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client profiles</a:t>
            </a:r>
            <a:endParaRPr lang="en-US" sz="10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187952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775704" y="41148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messages/mo</a:t>
            </a:r>
            <a:endParaRPr lang="en-US" sz="10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4645152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775704" y="45720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agent seats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a 14-day free trial. No credit card required to start.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on your website in under 15 minutes.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517904"/>
            <a:ext cx="402336" cy="40233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938528"/>
            <a:ext cx="22860" cy="3749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996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pontensolutions.com/nomii. Set up your firm name, agent name, and brand colors.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386584"/>
            <a:ext cx="402336" cy="40233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807208"/>
            <a:ext cx="22860" cy="3749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68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one line of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widget embed script and paste it into your website's header. Works with WordPress, Squarespace, or custom HTML.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255264"/>
            <a:ext cx="402336" cy="40233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3675888"/>
            <a:ext cx="22860" cy="3749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369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your team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advisors with individual logins. They see the same client context from day 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4123944"/>
            <a:ext cx="402336" cy="40233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1056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16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Nomii assistant is live. Every client conversation starts building a persistent profile automatically.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417320"/>
            <a:ext cx="306324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1417320"/>
            <a:ext cx="54864" cy="3401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5727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112264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87568" y="204825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(any platform)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606040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687568" y="2542032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address</a:t>
            </a:r>
            <a:endParaRPr lang="en-US" sz="12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099816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87568" y="303580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394960" y="329184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needed.</a:t>
            </a:r>
            <a:endParaRPr lang="en-US" sz="1100" dirty="0"/>
          </a:p>
          <a:p>
            <a:pPr indent="0" marL="0">
              <a:lnSpc>
                <a:spcPct val="15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onboarding.</a:t>
            </a:r>
            <a:endParaRPr lang="en-US" sz="1100" dirty="0"/>
          </a:p>
          <a:p>
            <a:pPr indent="0" marL="0">
              <a:lnSpc>
                <a:spcPct val="15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department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5029200" cy="5143500"/>
          </a:xfrm>
          <a:prstGeom prst="rect">
            <a:avLst/>
          </a:prstGeom>
          <a:solidFill>
            <a:srgbClr val="0D2440"/>
          </a:solidFill>
          <a:ln w="12700">
            <a:solidFill>
              <a:srgbClr val="0D2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32B4A"/>
          </a:solidFill>
          <a:ln w="12700">
            <a:solidFill>
              <a:srgbClr val="13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04672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see it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your clients?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walk you through a live demo — your firm name, your brand colors, real client personas showing how the memory and escalation systems 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15000" y="1143000"/>
            <a:ext cx="29718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0" y="1143000"/>
            <a:ext cx="2971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6168" y="1362456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16168" y="1874520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16168" y="2093976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pontensolutions.com/nomii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6168" y="253288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16168" y="2752344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hello@pontensolutions.com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3191256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16168" y="341071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no card needed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4752" y="4617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Nomii AI — Client Engagement for Financial Advisors</dc:title>
  <dc:subject>PptxGenJS Presentation</dc:subject>
  <dc:creator>PptxGenJS</dc:creator>
  <cp:lastModifiedBy>PptxGenJS</cp:lastModifiedBy>
  <cp:revision>1</cp:revision>
  <dcterms:created xsi:type="dcterms:W3CDTF">2026-03-23T08:40:36Z</dcterms:created>
  <dcterms:modified xsi:type="dcterms:W3CDTF">2026-03-23T08:40:36Z</dcterms:modified>
</cp:coreProperties>
</file>